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70" r:id="rId5"/>
    <p:sldId id="260" r:id="rId6"/>
    <p:sldId id="269" r:id="rId7"/>
    <p:sldId id="261" r:id="rId8"/>
    <p:sldId id="264" r:id="rId9"/>
    <p:sldId id="265" r:id="rId10"/>
    <p:sldId id="266" r:id="rId11"/>
    <p:sldId id="27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50976"/>
            <a:ext cx="11265408" cy="2558987"/>
          </a:xfrm>
        </p:spPr>
        <p:txBody>
          <a:bodyPr>
            <a:normAutofit/>
          </a:bodyPr>
          <a:lstStyle/>
          <a:p>
            <a:r>
              <a:rPr lang="en-US" b="1" dirty="0" err="1"/>
              <a:t>Kevaro</a:t>
            </a:r>
            <a:r>
              <a:rPr lang="en-US" b="1" dirty="0"/>
              <a:t> Athletics &amp; Co. Membership Systemization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3005-EF02-6364-1B69-17CDC333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C5CD-9ACB-8BFE-02FB-572BC604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To analyze the </a:t>
            </a:r>
            <a:r>
              <a:rPr lang="en-US" sz="1500" b="1" dirty="0"/>
              <a:t>gender-wise representation and salary distribution</a:t>
            </a:r>
            <a:r>
              <a:rPr lang="en-US" sz="1500" dirty="0"/>
              <a:t> across different sports and countries for </a:t>
            </a:r>
            <a:r>
              <a:rPr lang="en-US" sz="1500" dirty="0" err="1"/>
              <a:t>Kevaro</a:t>
            </a:r>
            <a:r>
              <a:rPr lang="en-US" sz="1500" dirty="0"/>
              <a:t> Athletics’ global selection pool.</a:t>
            </a:r>
            <a:br>
              <a:rPr lang="en-US" sz="1500" dirty="0"/>
            </a:br>
            <a:r>
              <a:rPr lang="en-US" sz="1500" dirty="0"/>
              <a:t>The goal is to identify patterns in </a:t>
            </a:r>
            <a:r>
              <a:rPr lang="en-US" sz="1500" b="1" dirty="0"/>
              <a:t>participation diversity, pay disparity, and high-salary sports</a:t>
            </a:r>
            <a:r>
              <a:rPr lang="en-US" sz="1500" dirty="0"/>
              <a:t> to support equitable athlete management and strategic talent investments.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Evaluate the </a:t>
            </a:r>
            <a:r>
              <a:rPr lang="en-US" altLang="en-US" sz="1500" b="1" dirty="0"/>
              <a:t>sport-wise and country-wise candidate participation</a:t>
            </a:r>
            <a:r>
              <a:rPr lang="en-US" altLang="en-US" sz="1500" dirty="0"/>
              <a:t> in the selection pool.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Compare </a:t>
            </a:r>
            <a:r>
              <a:rPr lang="en-US" altLang="en-US" sz="1500" b="1" dirty="0"/>
              <a:t>total and average salaries</a:t>
            </a:r>
            <a:r>
              <a:rPr lang="en-US" altLang="en-US" sz="1500" dirty="0"/>
              <a:t> between male and female athletes across sports.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</a:t>
            </a:r>
            <a:r>
              <a:rPr lang="en-US" altLang="en-US" sz="1500" b="1" dirty="0"/>
              <a:t>top-performing (high-salaried) sports</a:t>
            </a:r>
            <a:r>
              <a:rPr lang="en-US" altLang="en-US" sz="1500" dirty="0"/>
              <a:t> and countries contributing maximum value.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Support </a:t>
            </a:r>
            <a:r>
              <a:rPr lang="en-US" altLang="en-US" sz="1500" dirty="0" err="1"/>
              <a:t>Kevaro</a:t>
            </a:r>
            <a:r>
              <a:rPr lang="en-US" altLang="en-US" sz="1500" dirty="0"/>
              <a:t> Athletics in designing </a:t>
            </a:r>
            <a:r>
              <a:rPr lang="en-US" altLang="en-US" sz="1500" b="1" dirty="0"/>
              <a:t>data-driven gender equity and sponsorship strategies</a:t>
            </a:r>
            <a:r>
              <a:rPr lang="en-US" altLang="en-US" sz="1500" dirty="0"/>
              <a:t>.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Total Candidates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Gender Distribution (Male vs Female)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Total Salary (USD) by 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Average Salary (USD) per Candidate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Sport-wise &amp; Country-wise Salary Ranking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  <a:r>
              <a:rPr lang="en-US" sz="1500" dirty="0"/>
              <a:t> 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Interactive Excel Dashboard visualizing: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Gender representation across sports and countries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Sport-wise salary contribution by 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Top 5 highest-paid sports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Analytical summary highlighting disparities and trends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Action-oriented insights for management &amp; sponsorship allocation</a:t>
            </a:r>
          </a:p>
        </p:txBody>
      </p:sp>
    </p:spTree>
    <p:extLst>
      <p:ext uri="{BB962C8B-B14F-4D97-AF65-F5344CB8AC3E}">
        <p14:creationId xmlns:p14="http://schemas.microsoft.com/office/powerpoint/2010/main" val="406246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A23C-B2DE-D4AB-6A71-E3A9B38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11C1-0B9E-25CD-C807-246ECE4D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3704"/>
            <a:ext cx="12192000" cy="445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 err="1"/>
              <a:t>Kevaro</a:t>
            </a:r>
            <a:r>
              <a:rPr lang="en-US" sz="1500" dirty="0"/>
              <a:t> Athletics, a global sports organization, maintains a diverse selection pool of </a:t>
            </a:r>
            <a:r>
              <a:rPr lang="en-US" sz="1500" b="1" dirty="0"/>
              <a:t>50 athletes</a:t>
            </a:r>
            <a:r>
              <a:rPr lang="en-US" sz="1500" dirty="0"/>
              <a:t> representing </a:t>
            </a:r>
            <a:r>
              <a:rPr lang="en-US" sz="1500" b="1" dirty="0"/>
              <a:t>11 countries</a:t>
            </a:r>
            <a:r>
              <a:rPr lang="en-US" sz="1500" dirty="0"/>
              <a:t> and multiple sporting disciplines.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/>
              <a:t>This project evaluates the </a:t>
            </a:r>
            <a:r>
              <a:rPr lang="en-US" sz="1500" b="1" dirty="0"/>
              <a:t>balance and fairness</a:t>
            </a:r>
            <a:r>
              <a:rPr lang="en-US" sz="1500" dirty="0"/>
              <a:t> of gender participation and salary distribution, reflecting organizational commitment toward </a:t>
            </a:r>
            <a:r>
              <a:rPr lang="en-US" sz="1500" b="1" dirty="0"/>
              <a:t>inclusivity and performance-based equity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623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F875-9F25-AA25-29FB-365E0A2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9BB7-20FF-1AFC-C596-6CA37E3E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  <a:endParaRPr lang="en-US" sz="1500" dirty="0"/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</a:t>
            </a:r>
            <a:r>
              <a:rPr lang="en-US" sz="1500" dirty="0" err="1"/>
              <a:t>Kevaro</a:t>
            </a:r>
            <a:r>
              <a:rPr lang="en-US" sz="1500" dirty="0"/>
              <a:t> Athletics dataset (inspired by public sports/athletics datasets).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Data Type:</a:t>
            </a:r>
            <a:r>
              <a:rPr lang="en-US" altLang="en-US" sz="1500" dirty="0"/>
              <a:t> Structured tabular dataset (athlete-level summary).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Time Period:</a:t>
            </a:r>
            <a:r>
              <a:rPr lang="en-US" altLang="en-US" sz="1500" dirty="0"/>
              <a:t> One-time Snapshot of the latest global selection pool cycle (FY 2023–24).</a:t>
            </a:r>
            <a:br>
              <a:rPr lang="en-US" altLang="en-US" sz="1500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  <a:endParaRPr lang="en-US" sz="1500" dirty="0"/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Athlete-level records (each row = 1 candidate)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50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dirty="0"/>
              <a:t>Candidate Participation</a:t>
            </a:r>
          </a:p>
          <a:p>
            <a:pPr lvl="2"/>
            <a:r>
              <a:rPr lang="en-US" sz="1500" dirty="0"/>
              <a:t>Salary Distribution (in USD)</a:t>
            </a:r>
          </a:p>
          <a:p>
            <a:pPr lvl="2"/>
            <a:r>
              <a:rPr lang="en-US" sz="1500" dirty="0"/>
              <a:t>Country Representation</a:t>
            </a:r>
          </a:p>
          <a:p>
            <a:pPr lvl="2"/>
            <a:r>
              <a:rPr lang="en-US" sz="1500" dirty="0"/>
              <a:t>Gender-wise Salary Contribution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Candidates by Sport &amp; Country</a:t>
            </a:r>
          </a:p>
          <a:p>
            <a:pPr lvl="2"/>
            <a:r>
              <a:rPr lang="en-US" sz="1500" dirty="0"/>
              <a:t>Gender Ratio (%)</a:t>
            </a:r>
          </a:p>
          <a:p>
            <a:pPr lvl="2"/>
            <a:r>
              <a:rPr lang="en-US" sz="1500" dirty="0"/>
              <a:t>Total &amp; Average Salary (USD)</a:t>
            </a:r>
          </a:p>
          <a:p>
            <a:pPr lvl="2"/>
            <a:r>
              <a:rPr lang="en-US" sz="1500" dirty="0"/>
              <a:t>Salary Share (%) by Gender</a:t>
            </a:r>
          </a:p>
          <a:p>
            <a:pPr lvl="2"/>
            <a:r>
              <a:rPr lang="en-US" sz="1500" dirty="0"/>
              <a:t>Top Sports &amp; Countries by Total Salary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8714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CC1-EFEF-BEAF-C2B8-1AB8813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795-59C2-C8C4-42AB-E1A39BBA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2224"/>
            <a:ext cx="12192000" cy="506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r>
              <a:rPr lang="en-US" sz="1500" b="1" dirty="0"/>
              <a:t>Excel</a:t>
            </a:r>
            <a:endParaRPr lang="en-US" sz="1500" dirty="0"/>
          </a:p>
          <a:p>
            <a:pPr lvl="1"/>
            <a:r>
              <a:rPr lang="en-US" sz="1500" dirty="0"/>
              <a:t>Data cleaning &amp; preprocessing</a:t>
            </a:r>
          </a:p>
          <a:p>
            <a:pPr lvl="1"/>
            <a:r>
              <a:rPr lang="en-US" sz="1500" dirty="0"/>
              <a:t>Pivot Tables for aggregation</a:t>
            </a:r>
          </a:p>
          <a:p>
            <a:pPr lvl="1"/>
            <a:r>
              <a:rPr lang="en-US" sz="1500" dirty="0"/>
              <a:t>Pivot Charts for visualizations</a:t>
            </a:r>
          </a:p>
          <a:p>
            <a:pPr lvl="1"/>
            <a:r>
              <a:rPr lang="en-US" sz="1500" dirty="0"/>
              <a:t>Slicers/filters for interactivity</a:t>
            </a:r>
          </a:p>
          <a:p>
            <a:pPr lvl="1"/>
            <a:r>
              <a:rPr lang="en-US" sz="1500" dirty="0"/>
              <a:t>Dashboard creation</a:t>
            </a:r>
          </a:p>
          <a:p>
            <a:pPr marL="457200" lvl="1" indent="0">
              <a:buNone/>
            </a:pPr>
            <a:endParaRPr lang="en-US" sz="1500" dirty="0"/>
          </a:p>
          <a:p>
            <a:r>
              <a:rPr lang="en-US" sz="1500" b="1" dirty="0"/>
              <a:t>PowerPoint</a:t>
            </a:r>
          </a:p>
          <a:p>
            <a:pPr lvl="1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39725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AB8A-5CFE-CCAC-E69D-C447432B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5D1F-81FB-50DF-A327-090C1827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12192000" cy="530351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Prepare, Process &amp; Analytical Approach:</a:t>
            </a:r>
          </a:p>
          <a:p>
            <a:pPr lvl="1"/>
            <a:r>
              <a:rPr lang="en-US" sz="1500" b="1" dirty="0"/>
              <a:t>Data Cleaning:</a:t>
            </a:r>
            <a:r>
              <a:rPr lang="en-US" sz="1500" dirty="0"/>
              <a:t> Standardized missing values (e.g., gender blanks in Brazil).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Aggregation:</a:t>
            </a:r>
            <a:r>
              <a:rPr lang="en-US" sz="1500" dirty="0"/>
              <a:t> Calculated total and gender-wise salaries across sports.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Segmentation:</a:t>
            </a:r>
            <a:r>
              <a:rPr lang="en-US" sz="1500" dirty="0"/>
              <a:t> Categorized by Country and Sport for participation distribution.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Visualization:</a:t>
            </a:r>
            <a:r>
              <a:rPr lang="en-US" sz="1500" dirty="0"/>
              <a:t> Created stacked column visuals for gender participation and salary contribution.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Comparison Metrics:</a:t>
            </a:r>
            <a:r>
              <a:rPr lang="en-US" sz="1500" dirty="0"/>
              <a:t> Derived ratio of </a:t>
            </a:r>
            <a:r>
              <a:rPr lang="en-US" sz="1500" dirty="0" err="1"/>
              <a:t>Male:Female</a:t>
            </a:r>
            <a:r>
              <a:rPr lang="en-US" sz="1500" dirty="0"/>
              <a:t> salary and participation per sport.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Validation:</a:t>
            </a:r>
            <a:r>
              <a:rPr lang="en-US" sz="1500" dirty="0"/>
              <a:t> Ensured total athlete count = 50, total salary balance validated.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0222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364-0492-B600-B71D-7308CF39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891A-E906-1C31-DD82-A1AE72E5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9696"/>
            <a:ext cx="12192000" cy="471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Without consolidated insights, it becomes difficult to identify performance gaps or guide effectively.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600" b="1" dirty="0"/>
              <a:t>Key Questions:</a:t>
            </a:r>
            <a:endParaRPr lang="en-US" sz="1600" dirty="0"/>
          </a:p>
          <a:p>
            <a:pPr lvl="1"/>
            <a:r>
              <a:rPr lang="en-US" sz="1500" dirty="0"/>
              <a:t>What is the overall </a:t>
            </a:r>
            <a:r>
              <a:rPr lang="en-US" sz="1500" b="1" dirty="0"/>
              <a:t>gender representation</a:t>
            </a:r>
            <a:r>
              <a:rPr lang="en-US" sz="1500" dirty="0"/>
              <a:t> in </a:t>
            </a:r>
            <a:r>
              <a:rPr lang="en-US" sz="1500" dirty="0" err="1"/>
              <a:t>Kevaro’s</a:t>
            </a:r>
            <a:r>
              <a:rPr lang="en-US" sz="1500" dirty="0"/>
              <a:t> global selection pool?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sports offer the highest total and average salaries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Is there a significant </a:t>
            </a:r>
            <a:r>
              <a:rPr lang="en-US" sz="1500" b="1" dirty="0"/>
              <a:t>gender pay gap</a:t>
            </a:r>
            <a:r>
              <a:rPr lang="en-US" sz="1500" dirty="0"/>
              <a:t> across specific sports?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countries</a:t>
            </a:r>
            <a:r>
              <a:rPr lang="en-US" sz="1500" dirty="0"/>
              <a:t> contribute the most athletes and salary volume?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2107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B95-A278-B684-4FC9-8094BB85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5318A-12FB-991F-94CA-32590DF9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4376"/>
            <a:ext cx="12192000" cy="3524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Top Findings:</a:t>
            </a:r>
            <a:endParaRPr lang="en-US" sz="1600" dirty="0"/>
          </a:p>
          <a:p>
            <a:pPr lvl="1"/>
            <a:r>
              <a:rPr lang="en-US" sz="1500" b="1" dirty="0"/>
              <a:t>Balanced Gender Participation:</a:t>
            </a:r>
            <a:r>
              <a:rPr lang="en-US" sz="1500" dirty="0"/>
              <a:t> 25 Male &amp; 25 Female athletes selected globally.</a:t>
            </a:r>
          </a:p>
          <a:p>
            <a:pPr lvl="1"/>
            <a:r>
              <a:rPr lang="en-US" sz="1500" b="1" dirty="0"/>
              <a:t>High-Salary Sports:</a:t>
            </a:r>
            <a:r>
              <a:rPr lang="en-US" sz="1500" dirty="0"/>
              <a:t> Cycling Road, Volleyball, Alpine Skiing, and Triathlon show top salary aggregates.</a:t>
            </a:r>
          </a:p>
          <a:p>
            <a:pPr lvl="1"/>
            <a:r>
              <a:rPr lang="en-US" sz="1500" b="1" dirty="0"/>
              <a:t>Pay Disparity Exists:</a:t>
            </a:r>
            <a:r>
              <a:rPr lang="en-US" sz="1500" dirty="0"/>
              <a:t> Males dominate higher-paying sports like Biathlon, Cycling Road, and Triathlon.</a:t>
            </a:r>
          </a:p>
          <a:p>
            <a:pPr lvl="1"/>
            <a:r>
              <a:rPr lang="en-US" sz="1500" b="1" dirty="0"/>
              <a:t>Female Salary Dominance:</a:t>
            </a:r>
            <a:r>
              <a:rPr lang="en-US" sz="1500" dirty="0"/>
              <a:t> Notable in Volleyball, Equestrian, and Shooting, indicating strong female representation.</a:t>
            </a:r>
          </a:p>
          <a:p>
            <a:pPr lvl="1"/>
            <a:r>
              <a:rPr lang="en-US" sz="1500" b="1" dirty="0"/>
              <a:t>Country Representation:</a:t>
            </a:r>
            <a:r>
              <a:rPr lang="en-US" sz="1500" dirty="0"/>
              <a:t> France, Australia, and USA lead in total candidates and salary share.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Supporting Metrics:</a:t>
            </a:r>
            <a:endParaRPr lang="en-US" sz="1600" dirty="0"/>
          </a:p>
          <a:p>
            <a:pPr lvl="1"/>
            <a:r>
              <a:rPr lang="en-US" sz="1500" dirty="0"/>
              <a:t>Highest Male Salary Sport: </a:t>
            </a:r>
            <a:r>
              <a:rPr lang="en-US" sz="1500" b="1" dirty="0"/>
              <a:t>Cycling Road – $9.6M</a:t>
            </a:r>
            <a:endParaRPr lang="en-US" sz="1500" dirty="0"/>
          </a:p>
          <a:p>
            <a:pPr lvl="1"/>
            <a:r>
              <a:rPr lang="en-US" sz="1500" dirty="0"/>
              <a:t>Highest Female Salary Sport: </a:t>
            </a:r>
            <a:r>
              <a:rPr lang="en-US" sz="1500" b="1" dirty="0"/>
              <a:t>Volleyball – $8.6M</a:t>
            </a:r>
            <a:endParaRPr lang="en-US" sz="1500" dirty="0"/>
          </a:p>
          <a:p>
            <a:pPr lvl="1"/>
            <a:r>
              <a:rPr lang="en-US" sz="1500" dirty="0"/>
              <a:t>Countries with maximum athletes: </a:t>
            </a:r>
            <a:r>
              <a:rPr lang="en-US" sz="1500" b="1" dirty="0"/>
              <a:t>France (9), Australia (8), USA (7)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772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FEF6-FBC2-8C2D-E94E-C7D519DB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1E653-64CA-2200-6F6E-3D1AE5426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08133"/>
            <a:ext cx="1219199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 err="1"/>
              <a:t>Kevaro</a:t>
            </a:r>
            <a:r>
              <a:rPr lang="en-US" sz="1500" dirty="0"/>
              <a:t> Athletics demonstrates an encouraging </a:t>
            </a:r>
            <a:r>
              <a:rPr lang="en-US" sz="1500" b="1" dirty="0"/>
              <a:t>gender balance</a:t>
            </a:r>
            <a:r>
              <a:rPr lang="en-US" sz="1500" dirty="0"/>
              <a:t> in athlete participation but shows </a:t>
            </a:r>
            <a:r>
              <a:rPr lang="en-US" sz="1500" b="1" dirty="0"/>
              <a:t>uneven salary distribution</a:t>
            </a:r>
            <a:r>
              <a:rPr lang="en-US" sz="1500" dirty="0"/>
              <a:t> across disciplines.</a:t>
            </a:r>
          </a:p>
          <a:p>
            <a:pPr lvl="1"/>
            <a:r>
              <a:rPr lang="en-US" sz="1500" dirty="0"/>
              <a:t>While certain sports reflect female leadership in earnings, others maintain a significant male bias.</a:t>
            </a:r>
          </a:p>
          <a:p>
            <a:pPr lvl="1"/>
            <a:r>
              <a:rPr lang="en-US" sz="1500" dirty="0"/>
              <a:t>The data highlights the need for </a:t>
            </a:r>
            <a:r>
              <a:rPr lang="en-US" sz="1500" b="1" dirty="0"/>
              <a:t>targeted parity initiatives</a:t>
            </a:r>
            <a:r>
              <a:rPr lang="en-US" sz="1500" dirty="0"/>
              <a:t>, </a:t>
            </a:r>
            <a:r>
              <a:rPr lang="en-US" sz="1500" b="1" dirty="0"/>
              <a:t>performance-linked pay reviews</a:t>
            </a:r>
            <a:r>
              <a:rPr lang="en-US" sz="1500" dirty="0"/>
              <a:t>, and </a:t>
            </a:r>
            <a:r>
              <a:rPr lang="en-US" sz="1500" b="1" dirty="0"/>
              <a:t>inclusive sponsorship strategies</a:t>
            </a:r>
            <a:r>
              <a:rPr lang="en-US" sz="1500" dirty="0"/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778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B8B5CA-4575-8BF5-E7FE-9B1F68001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4168"/>
            <a:ext cx="12192000" cy="4657408"/>
          </a:xfr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B13908-EFB8-3EB9-D2D0-C74A96BE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CFD32-988F-A5B5-81C5-3387A6BC2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32732"/>
            <a:ext cx="1219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gender equity reporting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compliance with global sports standards.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salary budgeting and sponsorship alignment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 sport and gender.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Empowers HR and management to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underrepresented sports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development.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Forms basis for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Kevaro’s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Diversity &amp; Inclusion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future athlete selection cycles.</a:t>
            </a:r>
          </a:p>
        </p:txBody>
      </p:sp>
    </p:spTree>
    <p:extLst>
      <p:ext uri="{BB962C8B-B14F-4D97-AF65-F5344CB8AC3E}">
        <p14:creationId xmlns:p14="http://schemas.microsoft.com/office/powerpoint/2010/main" val="275431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8033</TotalTime>
  <Words>828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Kevaro Athletics &amp; Co. Membership Systemization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46</cp:revision>
  <dcterms:created xsi:type="dcterms:W3CDTF">2025-09-09T12:03:39Z</dcterms:created>
  <dcterms:modified xsi:type="dcterms:W3CDTF">2025-11-04T10:36:44Z</dcterms:modified>
</cp:coreProperties>
</file>